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2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43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846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6690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3186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914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39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7591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884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37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650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0183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174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7202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6784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219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190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94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4937760" cy="4937760"/>
          </a:xfrm>
          <a:prstGeom prst="ellipse">
            <a:avLst/>
          </a:prstGeom>
          <a:solidFill>
            <a:srgbClr val="0077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931920"/>
            <a:ext cx="3291840" cy="3291840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663440"/>
            <a:ext cx="3291840" cy="3291840"/>
          </a:xfrm>
          <a:prstGeom prst="ellipse">
            <a:avLst/>
          </a:prstGeom>
          <a:solidFill>
            <a:srgbClr val="4CC9F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9521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— UI/UX PROPOSAL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PhysioConnect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Physiotherapy Booking — Web Application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professional platform connecting patients with verified physiotherapists — instant home visits, scheduled bookings, and live video consultations, all from one clean web app.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5074920"/>
            <a:ext cx="109728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Techmall Consultancy Services  |  Pune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623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"PhysioConnect" is a working title — final brand name can be finalised with the client.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Physiotherapy, On Your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struggle to find reliable, qualified physiotherapists quickly — especially for home care. PhysioConnect solves this with a fast, transparent, and professional booking experience.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5F8FB"/>
          </a:solidFill>
          <a:ln/>
          <a:effectLst>
            <a:outerShdw blurRad="889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8892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7" name="Image 0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" y="294322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or Scheduled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choose an on-demand visit within minutes, or book a therapist for a later date and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5F8FB"/>
          </a:solidFill>
          <a:ln/>
          <a:effectLst>
            <a:outerShdw blurRad="889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78892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2" name="Image 1" descr="/home/claude/icons/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617" y="294322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Professionals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11880" y="4114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physiotherapist is background-checked, rated, and reviewed — building real trust.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5F8FB"/>
          </a:solidFill>
          <a:ln/>
          <a:effectLst>
            <a:outerShdw blurRad="889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78892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7" name="Image 2" descr="/home/claude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257" y="294322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Transparency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14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tracking, therapist details, secure OTP check-in, and clear payment status at every step.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2514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5F8FB"/>
          </a:solidFill>
          <a:ln/>
          <a:effectLst>
            <a:outerShdw blurRad="889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8592" y="278892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2" name="Image 3" descr="/home/claude/icons/vid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2897" y="294322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Consultations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81160" y="4114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and initial assessments can happen remotely — no visit required.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Patient Journey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0888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2388" y="185623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6" name="Image 0" descr="/home/claude/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832" y="19796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08480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5752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 Up</a:t>
            </a:r>
            <a:endParaRPr lang="en-US" sz="1000" dirty="0"/>
          </a:p>
        </p:txBody>
      </p:sp>
      <p:pic>
        <p:nvPicPr>
          <p:cNvPr id="9" name="Image 1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240" y="2318004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20544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92044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2" descr="/home/claude/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488" y="1979676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28136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575408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Location</a:t>
            </a:r>
            <a:endParaRPr lang="en-US" sz="1000" dirty="0"/>
          </a:p>
        </p:txBody>
      </p:sp>
      <p:pic>
        <p:nvPicPr>
          <p:cNvPr id="15" name="Image 3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96" y="2318004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40200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911700" y="185623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8" name="Image 4" descr="/home/claude/icons/userInju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144" y="1979676"/>
            <a:ext cx="301752" cy="3017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47792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395064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Health Problem</a:t>
            </a:r>
            <a:endParaRPr lang="en-US" sz="1000" dirty="0"/>
          </a:p>
        </p:txBody>
      </p:sp>
      <p:pic>
        <p:nvPicPr>
          <p:cNvPr id="21" name="Image 5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2" y="2318004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159856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731356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6" descr="/home/claude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4800" y="1979676"/>
            <a:ext cx="301752" cy="3017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67448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6214720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or Scheduled</a:t>
            </a:r>
            <a:endParaRPr lang="en-US" sz="1000" dirty="0"/>
          </a:p>
        </p:txBody>
      </p:sp>
      <p:pic>
        <p:nvPicPr>
          <p:cNvPr id="27" name="Image 7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208" y="2318004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979512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551012" y="185623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30" name="Image 8" descr="/home/claude/icons/searchLoc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456" y="1979676"/>
            <a:ext cx="301752" cy="30175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87104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1"/>
          <p:cNvSpPr/>
          <p:nvPr/>
        </p:nvSpPr>
        <p:spPr>
          <a:xfrm>
            <a:off x="8034376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Verified Therapists</a:t>
            </a:r>
            <a:endParaRPr lang="en-US" sz="1000" dirty="0"/>
          </a:p>
        </p:txBody>
      </p:sp>
      <p:pic>
        <p:nvPicPr>
          <p:cNvPr id="33" name="Image 9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864" y="2318004"/>
            <a:ext cx="164592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799168" y="16916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10370668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10" descr="/home/claude/icons/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112" y="1979676"/>
            <a:ext cx="301752" cy="30175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1106760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25"/>
          <p:cNvSpPr/>
          <p:nvPr/>
        </p:nvSpPr>
        <p:spPr>
          <a:xfrm>
            <a:off x="9854032" y="253288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Accepted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1610716" y="3611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40" name="Shape 27"/>
          <p:cNvSpPr/>
          <p:nvPr/>
        </p:nvSpPr>
        <p:spPr>
          <a:xfrm>
            <a:off x="2182216" y="377647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41" name="Image 11" descr="/home/claude/icons/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5660" y="3899916"/>
            <a:ext cx="301752" cy="30175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2918308" y="3630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29"/>
          <p:cNvSpPr/>
          <p:nvPr/>
        </p:nvSpPr>
        <p:spPr>
          <a:xfrm>
            <a:off x="1665580" y="445312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000" dirty="0"/>
          </a:p>
        </p:txBody>
      </p:sp>
      <p:pic>
        <p:nvPicPr>
          <p:cNvPr id="44" name="Image 12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068" y="4238244"/>
            <a:ext cx="164592" cy="164592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3430372" y="3611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46" name="Shape 31"/>
          <p:cNvSpPr/>
          <p:nvPr/>
        </p:nvSpPr>
        <p:spPr>
          <a:xfrm>
            <a:off x="4001872" y="377647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13" descr="/home/claude/icons/lo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5316" y="3899916"/>
            <a:ext cx="301752" cy="301752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4737964" y="3630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33"/>
          <p:cNvSpPr/>
          <p:nvPr/>
        </p:nvSpPr>
        <p:spPr>
          <a:xfrm>
            <a:off x="3485236" y="445312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&amp; Session Start</a:t>
            </a:r>
            <a:endParaRPr lang="en-US" sz="1000" dirty="0"/>
          </a:p>
        </p:txBody>
      </p:sp>
      <p:pic>
        <p:nvPicPr>
          <p:cNvPr id="50" name="Image 14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724" y="4238244"/>
            <a:ext cx="164592" cy="164592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5250028" y="3611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52" name="Shape 35"/>
          <p:cNvSpPr/>
          <p:nvPr/>
        </p:nvSpPr>
        <p:spPr>
          <a:xfrm>
            <a:off x="5821528" y="377647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53" name="Image 15" descr="/home/claude/icons/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4972" y="3899916"/>
            <a:ext cx="301752" cy="301752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6557620" y="3630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37"/>
          <p:cNvSpPr/>
          <p:nvPr/>
        </p:nvSpPr>
        <p:spPr>
          <a:xfrm>
            <a:off x="5304892" y="445312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Completed</a:t>
            </a:r>
            <a:endParaRPr lang="en-US" sz="1000" dirty="0"/>
          </a:p>
        </p:txBody>
      </p:sp>
      <p:pic>
        <p:nvPicPr>
          <p:cNvPr id="56" name="Image 16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380" y="4238244"/>
            <a:ext cx="164592" cy="164592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7069684" y="3611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58" name="Shape 39"/>
          <p:cNvSpPr/>
          <p:nvPr/>
        </p:nvSpPr>
        <p:spPr>
          <a:xfrm>
            <a:off x="7641184" y="377647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9" name="Image 17" descr="/home/claude/icons/wall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4628" y="3899916"/>
            <a:ext cx="301752" cy="301752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8377276" y="3630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41"/>
          <p:cNvSpPr/>
          <p:nvPr/>
        </p:nvSpPr>
        <p:spPr>
          <a:xfrm>
            <a:off x="7124548" y="445312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</a:t>
            </a:r>
            <a:endParaRPr lang="en-US" sz="1000" dirty="0"/>
          </a:p>
        </p:txBody>
      </p:sp>
      <p:pic>
        <p:nvPicPr>
          <p:cNvPr id="62" name="Image 18" descr="/home/claude/icons/arrow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036" y="4238244"/>
            <a:ext cx="164592" cy="164592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8889340" y="3611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64" name="Shape 43"/>
          <p:cNvSpPr/>
          <p:nvPr/>
        </p:nvSpPr>
        <p:spPr>
          <a:xfrm>
            <a:off x="9460840" y="3776472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65" name="Image 19" descr="/home/claude/icons/sta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4284" y="3899916"/>
            <a:ext cx="301752" cy="301752"/>
          </a:xfrm>
          <a:prstGeom prst="rect">
            <a:avLst/>
          </a:prstGeom>
        </p:spPr>
      </p:pic>
      <p:sp>
        <p:nvSpPr>
          <p:cNvPr id="66" name="Text 44"/>
          <p:cNvSpPr/>
          <p:nvPr/>
        </p:nvSpPr>
        <p:spPr>
          <a:xfrm>
            <a:off x="10196932" y="3630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7" name="Text 45"/>
          <p:cNvSpPr/>
          <p:nvPr/>
        </p:nvSpPr>
        <p:spPr>
          <a:xfrm>
            <a:off x="8944204" y="4453128"/>
            <a:ext cx="158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Therapist</a:t>
            </a:r>
            <a:endParaRPr lang="en-US" sz="1000" dirty="0"/>
          </a:p>
        </p:txBody>
      </p:sp>
      <p:sp>
        <p:nvSpPr>
          <p:cNvPr id="68" name="Text 46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becomes a clean, guided screen in the web app — reducing confusion and drop-offs.</a:t>
            </a:r>
            <a:endParaRPr lang="en-US" sz="1250" dirty="0"/>
          </a:p>
        </p:txBody>
      </p:sp>
      <p:sp>
        <p:nvSpPr>
          <p:cNvPr id="69" name="Text 4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7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Up, Login &amp; Location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52400" dist="508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943600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18488"/>
            <a:ext cx="100584" cy="10058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18488"/>
            <a:ext cx="100584" cy="10058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1848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37944"/>
            <a:ext cx="5943600" cy="4288536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203704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432304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2" name="Image 0" descr="/home/claude/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418" y="2576322"/>
            <a:ext cx="352044" cy="3520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31638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PhysioConnect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54480" y="3575304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1640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554480" y="4032504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1640" y="4032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Password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554480" y="3986784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9" name="Text 16"/>
          <p:cNvSpPr/>
          <p:nvPr/>
        </p:nvSpPr>
        <p:spPr>
          <a:xfrm>
            <a:off x="1554480" y="39867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188720" y="4809744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</p:spPr>
      </p:sp>
      <p:sp>
        <p:nvSpPr>
          <p:cNvPr id="21" name="Shape 18"/>
          <p:cNvSpPr/>
          <p:nvPr/>
        </p:nvSpPr>
        <p:spPr>
          <a:xfrm>
            <a:off x="1417320" y="499262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/home/claude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5152644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94560" y="4974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location access to find nearby therapists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5129784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4754880" y="5129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037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Impressions Matter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6903720" y="22860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2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557" y="2351837"/>
            <a:ext cx="197510" cy="19751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406640" y="22311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mobile-number based login with OTP — no long forms.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903720" y="32004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3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557" y="3266237"/>
            <a:ext cx="197510" cy="19751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06640" y="31455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permission is requested clearly, with a reason given.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903720" y="41148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4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557" y="4180637"/>
            <a:ext cx="197510" cy="19751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06640" y="40599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design builds trust from the very first screen.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903720" y="50292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5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557" y="5095037"/>
            <a:ext cx="197510" cy="19751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06640" y="49743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encrypted sign-in for both patients and therapists.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Health Problem &amp; Booking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pick their concern in one tap, then choose how quickly they need help.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5168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6668" y="2167128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/home/claude/icons/wal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112" y="22905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888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Pain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5168" y="1965960"/>
            <a:ext cx="1691640" cy="1417320"/>
          </a:xfrm>
          <a:prstGeom prst="roundRect">
            <a:avLst>
              <a:gd name="adj" fmla="val 6452"/>
            </a:avLst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93112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64612" y="2167128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2" name="Image 1" descr="/home/claude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056" y="229057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8832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Recovery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31056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02556" y="2167128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6" name="Image 2" descr="/home/claude/icons/userInju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000" y="22905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76776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Pain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69000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40500" y="2167128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0" name="Image 3" descr="/home/claude/icons/sp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44" y="2290572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4720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&amp; Shoulder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06944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78444" y="2167128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4" name="Image 4" descr="/home/claude/icons/wheelcha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888" y="2290572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52664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Post-Surgery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844888" y="196596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0B1F3A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416388" y="2167128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8" name="Image 5" descr="/home/claude/icons/run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9832" y="2290572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90608" y="28620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Injury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Booking Type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42976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0077B6"/>
          </a:solidFill>
          <a:ln/>
        </p:spPr>
      </p:sp>
      <p:sp>
        <p:nvSpPr>
          <p:cNvPr id="32" name="Shape 24"/>
          <p:cNvSpPr/>
          <p:nvPr/>
        </p:nvSpPr>
        <p:spPr>
          <a:xfrm>
            <a:off x="822960" y="470916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6" descr="/home/claude/icons/bo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270" y="4903470"/>
            <a:ext cx="388620" cy="3886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783080" y="45537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Booking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1783080" y="49560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therapist reaches you as soon as possible — ideal for urgent pain relief.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217920" y="42976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92240" y="4709160"/>
            <a:ext cx="777240" cy="7772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38" name="Image 7" descr="/home/claude/icons/calen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550" y="4903470"/>
            <a:ext cx="388620" cy="3886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52360" y="45537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Booking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7452360" y="49560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convenient date and time slot for a planned visit or follow-up.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 Verified Therapists &amp; Booking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52400" dist="508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6309360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18488"/>
            <a:ext cx="100584" cy="10058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18488"/>
            <a:ext cx="100584" cy="10058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1848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37944"/>
            <a:ext cx="6309360" cy="4288536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066544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267712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2" name="Image 0" descr="/home/claude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432304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74520" y="2249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Aditi Sharma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74520" y="2596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★  •  8 yrs exp  •  1.2 km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245059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450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" y="3374136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7552" y="3575304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9" name="Image 1" descr="/home/claude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739896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74520" y="3557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Rohan Mehta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87452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★  •  5 yrs exp  •  2.0 km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577840" y="3758184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77840" y="37581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22960" y="4681728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87552" y="4882896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6" name="Image 2" descr="/home/claude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5047488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874520" y="4864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Sneha Kulkarni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87452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★  •  6 yrs exp  •  2.6 km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577840" y="5065776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77840" y="50657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71780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Meets Trust</a:t>
            </a:r>
            <a:endParaRPr lang="en-US" sz="1700" dirty="0"/>
          </a:p>
        </p:txBody>
      </p:sp>
      <p:sp>
        <p:nvSpPr>
          <p:cNvPr id="32" name="Shape 27"/>
          <p:cNvSpPr/>
          <p:nvPr/>
        </p:nvSpPr>
        <p:spPr>
          <a:xfrm>
            <a:off x="7178040" y="22860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3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877" y="2351837"/>
            <a:ext cx="197510" cy="19751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80960" y="223113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auto-matches the closest verified therapists to the patient.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178040" y="3218688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4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877" y="3284525"/>
            <a:ext cx="197510" cy="19751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680960" y="316382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experience, and distance shown clearly for easy choice.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178040" y="4151376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5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877" y="4217213"/>
            <a:ext cx="197510" cy="19751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680960" y="40965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 booking request — no phone calls needed.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7178040" y="5084064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6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877" y="5149901"/>
            <a:ext cx="197510" cy="19751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680960" y="5029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accepts in-app; patient is notified instantly.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Therapist Details &amp; Live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011680"/>
            <a:ext cx="1188720" cy="11887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6" name="Image 0" descr="/home/claude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42" y="2279142"/>
            <a:ext cx="653796" cy="6537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Aditi Sharma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Physiotherapist  •  8 yrs experience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★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01168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0040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0040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" y="4983480"/>
            <a:ext cx="35661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166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ID, license, and background check completed.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5840" y="544068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440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Therapist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83480" y="1691640"/>
            <a:ext cx="6629400" cy="4434840"/>
          </a:xfrm>
          <a:prstGeom prst="roundRect">
            <a:avLst>
              <a:gd name="adj" fmla="val 2062"/>
            </a:avLst>
          </a:prstGeom>
          <a:solidFill>
            <a:srgbClr val="13294B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32120" y="2606040"/>
            <a:ext cx="5532120" cy="0"/>
          </a:xfrm>
          <a:prstGeom prst="line">
            <a:avLst/>
          </a:prstGeom>
          <a:noFill/>
          <a:ln w="38100">
            <a:solidFill>
              <a:srgbClr val="2C4C7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965960"/>
            <a:ext cx="0" cy="3886200"/>
          </a:xfrm>
          <a:prstGeom prst="line">
            <a:avLst/>
          </a:prstGeom>
          <a:noFill/>
          <a:ln w="38100">
            <a:solidFill>
              <a:srgbClr val="2C4C7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06440" y="4069080"/>
            <a:ext cx="4617720" cy="0"/>
          </a:xfrm>
          <a:prstGeom prst="line">
            <a:avLst/>
          </a:prstGeom>
          <a:noFill/>
          <a:ln w="25400">
            <a:solidFill>
              <a:srgbClr val="2C4C7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23960" y="2148840"/>
            <a:ext cx="0" cy="3520440"/>
          </a:xfrm>
          <a:prstGeom prst="line">
            <a:avLst/>
          </a:prstGeom>
          <a:noFill/>
          <a:ln w="25400">
            <a:solidFill>
              <a:srgbClr val="2C4C7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606040"/>
            <a:ext cx="2560320" cy="1463040"/>
          </a:xfrm>
          <a:prstGeom prst="line">
            <a:avLst/>
          </a:prstGeom>
          <a:noFill/>
          <a:ln w="38100">
            <a:solidFill>
              <a:srgbClr val="00C2A8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6035040" y="2377440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6" name="Image 1" descr="/home/claude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2480310"/>
            <a:ext cx="251460" cy="25146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641080" y="38862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2" descr="/home/claude/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237" y="3999357"/>
            <a:ext cx="276606" cy="27660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578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en route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257800" y="534924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5440680" y="534924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in 8 minutes  •  1.2 km away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Check-In: OTP &amp; Session 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52400" dist="508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760720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18488"/>
            <a:ext cx="100584" cy="10058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18488"/>
            <a:ext cx="100584" cy="10058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1848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37944"/>
            <a:ext cx="5760720" cy="4288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2203704"/>
            <a:ext cx="914400" cy="9144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1" name="Image 0" descr="/home/claude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32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2552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OTP to Start Session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6210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therapist for the 4-digit code shared with you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805940" y="4123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F5F8FB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05940" y="412394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674620" y="4123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F5F8FB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74620" y="412394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3543300" y="4123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11980" y="4123944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F5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7280" y="5221224"/>
            <a:ext cx="4663440" cy="411480"/>
          </a:xfrm>
          <a:prstGeom prst="roundRect">
            <a:avLst>
              <a:gd name="adj" fmla="val 48889"/>
            </a:avLst>
          </a:prstGeom>
          <a:solidFill>
            <a:srgbClr val="00C2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2212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Start Session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7208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720840" y="22860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677" y="2351837"/>
            <a:ext cx="197510" cy="19751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23760" y="22311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confirms the right therapist has arrived at the right patient.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720840" y="32004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2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677" y="3266237"/>
            <a:ext cx="197510" cy="19751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223760" y="31455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timer starts automatically once verified.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720840" y="41148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3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677" y="4180637"/>
            <a:ext cx="197510" cy="19751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23760" y="40599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accountability and safety for both patient and therapist.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720840" y="50292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4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677" y="5095037"/>
            <a:ext cx="197510" cy="19751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4974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record of visit time is saved for both parties.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Video Consultation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follow-ups, quick assessments, or patients who can’t get a home visit — therapists can consult live, right inside the web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92240" cy="3977640"/>
          </a:xfrm>
          <a:prstGeom prst="roundRect">
            <a:avLst>
              <a:gd name="adj" fmla="val 2299"/>
            </a:avLst>
          </a:prstGeom>
          <a:solidFill>
            <a:srgbClr val="13294B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63240" y="3154680"/>
            <a:ext cx="1463040" cy="14630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7" name="Image 0" descr="/home/claude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5204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754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Aditi Sharma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2377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234A73"/>
          </a:solidFill>
          <a:ln/>
        </p:spPr>
      </p:sp>
      <p:sp>
        <p:nvSpPr>
          <p:cNvPr id="10" name="Shape 7"/>
          <p:cNvSpPr/>
          <p:nvPr/>
        </p:nvSpPr>
        <p:spPr>
          <a:xfrm>
            <a:off x="5989320" y="26974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28003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354580" y="5440680"/>
            <a:ext cx="548640" cy="548640"/>
          </a:xfrm>
          <a:prstGeom prst="ellipse">
            <a:avLst/>
          </a:prstGeom>
          <a:solidFill>
            <a:srgbClr val="2C4C74"/>
          </a:solidFill>
          <a:ln/>
        </p:spPr>
      </p:sp>
      <p:pic>
        <p:nvPicPr>
          <p:cNvPr id="14" name="Image 2" descr="/home/claude/icons/micro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5564124"/>
            <a:ext cx="301752" cy="301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131820" y="5440680"/>
            <a:ext cx="548640" cy="548640"/>
          </a:xfrm>
          <a:prstGeom prst="ellipse">
            <a:avLst/>
          </a:prstGeom>
          <a:solidFill>
            <a:srgbClr val="2C4C74"/>
          </a:solidFill>
          <a:ln/>
        </p:spPr>
      </p:sp>
      <p:pic>
        <p:nvPicPr>
          <p:cNvPr id="16" name="Image 3" descr="/home/claude/icons/vid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5564124"/>
            <a:ext cx="301752" cy="30175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909060" y="5440680"/>
            <a:ext cx="548640" cy="548640"/>
          </a:xfrm>
          <a:prstGeom prst="ellipse">
            <a:avLst/>
          </a:prstGeom>
          <a:solidFill>
            <a:srgbClr val="2C4C74"/>
          </a:solidFill>
          <a:ln/>
        </p:spPr>
      </p:sp>
      <p:pic>
        <p:nvPicPr>
          <p:cNvPr id="18" name="Image 4" descr="/home/claude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504" y="5564124"/>
            <a:ext cx="301752" cy="30175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686300" y="544068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20" name="Image 5" descr="/home/claude/icons/phoneSla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5564124"/>
            <a:ext cx="301752" cy="30175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406640" y="214884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6" descr="/home/claude/icons/vid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230" y="2297430"/>
            <a:ext cx="297180" cy="2971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18388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 Video &amp; Audio</a:t>
            </a:r>
            <a:endParaRPr lang="en-US" sz="1450" dirty="0"/>
          </a:p>
        </p:txBody>
      </p:sp>
      <p:sp>
        <p:nvSpPr>
          <p:cNvPr id="24" name="Text 15"/>
          <p:cNvSpPr/>
          <p:nvPr/>
        </p:nvSpPr>
        <p:spPr>
          <a:xfrm>
            <a:off x="818388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real-time consultation directly from browser — no extra app needed.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7406640" y="338328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7" descr="/home/claude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230" y="3531870"/>
            <a:ext cx="297180" cy="2971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183880" y="3364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In-Call Chat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818388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notes, exercise instructions, or images during the session.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7406640" y="46177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8" descr="/home/claude/icons/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230" y="4766310"/>
            <a:ext cx="297180" cy="2971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183880" y="4599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Scheduling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8183880" y="4937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a video slot the same way they book a home visit.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Complete: Payment &amp; 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52400" dist="508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760720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18488"/>
            <a:ext cx="100584" cy="10058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18488"/>
            <a:ext cx="100584" cy="10058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1848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37944"/>
            <a:ext cx="5760720" cy="4288536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112264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686" y="2297430"/>
            <a:ext cx="452628" cy="4526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026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Completed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3924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with Dr. Aditi Sharma  •  45 minutes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3849624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" y="3986784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6" name="Image 1" descr="/home/claude/icons/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4089654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3941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691640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  •  Paid via UPI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914400" y="47640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Experience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066544" y="5129784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</p:sp>
      <p:pic>
        <p:nvPicPr>
          <p:cNvPr id="21" name="Image 2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124" y="5198364"/>
            <a:ext cx="320040" cy="320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633472" y="5129784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</p:sp>
      <p:pic>
        <p:nvPicPr>
          <p:cNvPr id="23" name="Image 3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052" y="5198364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200400" y="5129784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</p:sp>
      <p:pic>
        <p:nvPicPr>
          <p:cNvPr id="25" name="Image 4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980" y="5198364"/>
            <a:ext cx="320040" cy="3200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767328" y="5129784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</p:sp>
      <p:pic>
        <p:nvPicPr>
          <p:cNvPr id="27" name="Image 5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8" y="5198364"/>
            <a:ext cx="320040" cy="320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334256" y="5129784"/>
            <a:ext cx="457200" cy="457200"/>
          </a:xfrm>
          <a:prstGeom prst="ellipse">
            <a:avLst/>
          </a:prstGeom>
          <a:solidFill>
            <a:srgbClr val="D8E0E8"/>
          </a:solidFill>
          <a:ln/>
        </p:spPr>
      </p:sp>
      <p:pic>
        <p:nvPicPr>
          <p:cNvPr id="29" name="Image 6" descr="/home/claude/icons/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36" y="5198364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6766560" y="22860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7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97" y="2351837"/>
            <a:ext cx="197510" cy="19751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69480" y="22311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auto-released once treatment is marked complete.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766560" y="32004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5" name="Image 8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97" y="3266237"/>
            <a:ext cx="197510" cy="19751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69480" y="31455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options: UPI, card, wallet, or net banking.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6766560" y="41148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8" name="Image 9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97" y="4180637"/>
            <a:ext cx="197510" cy="19751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269480" y="40599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star rating keeps therapist quality consistently high.</a:t>
            </a:r>
            <a:endParaRPr lang="en-US" sz="1250" dirty="0"/>
          </a:p>
        </p:txBody>
      </p:sp>
      <p:sp>
        <p:nvSpPr>
          <p:cNvPr id="40" name="Shape 28"/>
          <p:cNvSpPr/>
          <p:nvPr/>
        </p:nvSpPr>
        <p:spPr>
          <a:xfrm>
            <a:off x="6766560" y="5029200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1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97" y="5095037"/>
            <a:ext cx="197510" cy="19751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269480" y="4974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and session summary saved to patient history.</a:t>
            </a:r>
            <a:endParaRPr lang="en-US" sz="1250" dirty="0"/>
          </a:p>
        </p:txBody>
      </p:sp>
      <p:sp>
        <p:nvSpPr>
          <p:cNvPr id="43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Modern, Responsive &amp; Professional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6" name="Image 0" descr="/home/claude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6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Responsive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33192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codebase that adapts perfectly to desktop, tablet, and mobile browsers.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96596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1" name="Image 1" descr="/home/claude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705" y="212026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Tracking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47872" y="33192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updates keep patients informed and reduce anxious waiting.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96596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6" name="Image 2" descr="/home/claude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212026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82512" y="33192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verification, encrypted payments, and verified professionals throughout.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2680" y="1965960"/>
            <a:ext cx="685800" cy="6858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1" name="Image 3" descr="/home/claude/icons/vide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985" y="212026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Telehealth Ready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17152" y="33192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video consultation extends care beyond just home visits.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Experience Across Every Screen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80060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/home/claude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493433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" y="5440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1783080" y="480060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5" descr="/home/claude/icons/tab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811" y="4934331"/>
            <a:ext cx="326898" cy="32689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00200" y="5440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017520" y="480060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6" descr="/home/claude/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1251" y="4934331"/>
            <a:ext cx="326898" cy="32689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834640" y="5440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572000" cy="4572000"/>
          </a:xfrm>
          <a:prstGeom prst="ellipse">
            <a:avLst/>
          </a:prstGeom>
          <a:solidFill>
            <a:srgbClr val="0077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023360" cy="4023360"/>
          </a:xfrm>
          <a:prstGeom prst="ellipse">
            <a:avLst/>
          </a:prstGeom>
          <a:solidFill>
            <a:srgbClr val="00C2A8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PhysioConnect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trustworthy platform — designed to make physiotherapy accessible, transparent, and just a few clicks away.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0077B6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33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08960" y="263347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0" descr="/home/claude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404" y="2756916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Finalisation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features, branding, and design preferences together.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2468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0077B6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2633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858000" y="263347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1" descr="/home/claude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2756916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26280" y="3566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screen-by-screen design for web and mobile browsers.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46720" y="2468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0077B6">
              <a:alpha val="8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8275320" y="2633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10607040" y="263347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2" descr="/home/claude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0484" y="275691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Launch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75320" y="3566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launch the platform on an agreed timeline.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868680" y="512064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7" name="Image 3" descr="/home/claude/icons/id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524408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5193792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556760" y="512064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30" name="Image 4" descr="/home/claude/icons/map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204" y="524408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42560" y="5193792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Maharashtra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244840" y="512064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33" name="Image 5" descr="/home/claude/icons/m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8284" y="5244084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30640" y="5193792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Enquiry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Techmall Consultancy Services  •  Pune  •  On-Demand Physiotherapy Web App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1054</Words>
  <Application>Microsoft Office PowerPoint</Application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Neeraj Kumar</cp:lastModifiedBy>
  <cp:revision>2</cp:revision>
  <dcterms:created xsi:type="dcterms:W3CDTF">2026-08-01T11:37:34Z</dcterms:created>
  <dcterms:modified xsi:type="dcterms:W3CDTF">2026-08-01T11:45:19Z</dcterms:modified>
</cp:coreProperties>
</file>