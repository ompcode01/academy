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From Ideas to Intelligent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Future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What is Generative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AI that creates new content from learned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Text • Images • Audio • Video •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Powered by foundation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Responds to natural-language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How Generative AI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Prompt → Model → Generated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Training on large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Learning patterns and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Generating new content probabilistically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Human feedback improves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Generative AI vs Traditional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A shift from prediction to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Traditional AI: classifies, predicts, detects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Generative AI: creates, transforms, summarizes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Example: spam detection vs email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Large Language Models (LLMs)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The engine behind modern AI assistants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Tokens represent pieces of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Transformers learn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Attention connects related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Examples: chatbots, coding assistants, document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Prompt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Better instructions → Better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Be specific about the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Provide context and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Give examples when 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Ask for a 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9512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951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Iterate and refine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Real-World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Generative AI is becoming a co-pilot across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Software: code generation &amp;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Education: tutoring &amp; content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Business: reports, research &amp;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Healthcare: documentation &amp; decision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9512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951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Creative: images, video &amp;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From generating answers to taking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Perceive → Reason → Plan →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Uses tools, APIs and external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Maintains context and executes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Human oversight remains 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Challenges &amp; Responsible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Capability must be matched with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Hallucinations and inaccurate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Bias and 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Privacy and data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Copyright and intellectual 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9512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951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Human verification for high-impact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640080"/>
            <a:ext cx="2743200" cy="2743200"/>
          </a:xfrm>
          <a:prstGeom prst="ellipse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BAA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5F7FA"/>
                </a:solidFill>
                <a:latin typeface="Aptos"/>
              </a:rPr>
              <a:t>The Future of 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3852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AFBCCD"/>
                </a:solidFill>
                <a:latin typeface="Aptos"/>
              </a:rPr>
              <a:t>AI will increasingly work alongside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Multimodal and more capable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1568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Smarter AI agents and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14215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14215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Personalized learning and 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26864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Human + AI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9512"/>
            <a:ext cx="274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BAA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39512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Key skill: knowing how to direct and verify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FBCCD"/>
                </a:solidFill>
                <a:latin typeface="Aptos"/>
              </a:rPr>
              <a:t>GENERATIVE AI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