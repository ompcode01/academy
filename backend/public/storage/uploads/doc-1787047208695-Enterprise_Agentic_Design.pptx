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956211D-E057-990D-A059-6D35B5B0090E}" v="2" dt="2026-08-17T07:05:46.6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uja Thorat" userId="S::anuja.thorat@harbingergroup.com::b74282e4-f007-4f4d-99e9-01056956f5cc" providerId="AD" clId="Web-{D956211D-E057-990D-A059-6D35B5B0090E}"/>
    <pc:docChg chg="modSld">
      <pc:chgData name="Anuja Thorat" userId="S::anuja.thorat@harbingergroup.com::b74282e4-f007-4f4d-99e9-01056956f5cc" providerId="AD" clId="Web-{D956211D-E057-990D-A059-6D35B5B0090E}" dt="2026-08-17T07:05:46.658" v="1" actId="1076"/>
      <pc:docMkLst>
        <pc:docMk/>
      </pc:docMkLst>
      <pc:sldChg chg="modSp">
        <pc:chgData name="Anuja Thorat" userId="S::anuja.thorat@harbingergroup.com::b74282e4-f007-4f4d-99e9-01056956f5cc" providerId="AD" clId="Web-{D956211D-E057-990D-A059-6D35B5B0090E}" dt="2026-08-17T07:05:46.658" v="1" actId="1076"/>
        <pc:sldMkLst>
          <pc:docMk/>
          <pc:sldMk cId="0" sldId="256"/>
        </pc:sldMkLst>
        <pc:picChg chg="mod">
          <ac:chgData name="Anuja Thorat" userId="S::anuja.thorat@harbingergroup.com::b74282e4-f007-4f4d-99e9-01056956f5cc" providerId="AD" clId="Web-{D956211D-E057-990D-A059-6D35B5B0090E}" dt="2026-08-17T07:05:46.658" v="1" actId="1076"/>
          <ac:picMkLst>
            <pc:docMk/>
            <pc:sldMk cId="0" sldId="256"/>
            <ac:picMk id="2" creationId="{00000000-0000-0000-0000-0000000000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51129" y="-371551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12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</cp:revision>
  <dcterms:created xsi:type="dcterms:W3CDTF">2006-08-16T00:00:00Z</dcterms:created>
  <dcterms:modified xsi:type="dcterms:W3CDTF">2026-08-17T07:06:34Z</dcterms:modified>
</cp:coreProperties>
</file>