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68" r:id="rId2"/>
    <p:sldId id="269" r:id="rId3"/>
    <p:sldId id="272" r:id="rId4"/>
    <p:sldId id="273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85" autoAdjust="0"/>
    <p:restoredTop sz="94660"/>
  </p:normalViewPr>
  <p:slideViewPr>
    <p:cSldViewPr>
      <p:cViewPr>
        <p:scale>
          <a:sx n="80" d="100"/>
          <a:sy n="80" d="100"/>
        </p:scale>
        <p:origin x="156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09183-A1E8-42C0-A773-7A8B23DF7629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A050C-B8EB-4820-9082-99D5AF7F4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13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549B-ECDB-4BF5-8803-27B35DBD3777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3978-BE63-4EFB-8FC8-3FA01DC618AE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83F8-532A-4492-933B-AC97ADD38E21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10DEB-B6DB-4ACB-94A2-E7125524D528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C1387-1902-493A-8EE2-7A3C09B19840}" type="datetime1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438C-28D8-4673-8259-D32CEFE7B775}" type="datetime1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182CB-4889-4FD6-A027-5C25E0DF9E94}" type="datetime1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FA8B-F9CF-4E9F-A252-ED7E5E1384D2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BD02-89D0-46B1-8468-4B336EF2633E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B146-050D-4763-9C8F-16A4B30F6CD5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B5E8-491D-47A9-BB57-F32016EAD131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EA5AA-BC72-4E4A-8CF0-FEA901558CBF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SoCSE, KLE TECH, Hubli-31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0" y="457200"/>
            <a:ext cx="762000" cy="6400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336538"/>
            <a:ext cx="8382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cs typeface="Aharoni" pitchFamily="2" charset="-79"/>
              </a:rPr>
              <a:t>E</a:t>
            </a:r>
            <a:r>
              <a:rPr lang="en-IN" sz="3200" b="1" dirty="0" smtClean="0">
                <a:solidFill>
                  <a:schemeClr val="bg1"/>
                </a:solidFill>
                <a:cs typeface="Aharoni" pitchFamily="2" charset="-79"/>
              </a:rPr>
              <a:t>xercise 1</a:t>
            </a:r>
            <a:endParaRPr lang="en-IN" sz="3200" b="1" dirty="0">
              <a:solidFill>
                <a:schemeClr val="bg1"/>
              </a:solidFill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1607567"/>
            <a:ext cx="746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 smtClean="0">
              <a:latin typeface="Corbel" pitchFamily="34" charset="0"/>
            </a:endParaRPr>
          </a:p>
          <a:p>
            <a:r>
              <a:rPr lang="en-IN" sz="2800" dirty="0" smtClean="0">
                <a:latin typeface="Corbel" pitchFamily="34" charset="0"/>
              </a:rPr>
              <a:t>Build an abstraction</a:t>
            </a:r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791200" y="609600"/>
            <a:ext cx="259080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1219200"/>
            <a:ext cx="259080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20" y="3782277"/>
            <a:ext cx="1982906" cy="127018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3702997"/>
            <a:ext cx="1428750" cy="14287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217" y="3782750"/>
            <a:ext cx="1343001" cy="134899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630" y="3782277"/>
            <a:ext cx="1510662" cy="127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9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0" y="457200"/>
            <a:ext cx="762000" cy="6400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b="1" dirty="0" smtClean="0"/>
              <a:t>PH	</a:t>
            </a:r>
            <a:fld id="{B6F15528-21DE-4FAA-801E-634DDDAF4B2B}" type="slidenum">
              <a:rPr lang="en-US" b="1" smtClean="0"/>
              <a:pPr/>
              <a:t>2</a:t>
            </a:fld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8382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cs typeface="Aharoni" pitchFamily="2" charset="-79"/>
              </a:rPr>
              <a:t>Exercise </a:t>
            </a:r>
            <a:r>
              <a:rPr lang="en-IN" sz="3200" b="1" dirty="0" smtClean="0">
                <a:solidFill>
                  <a:schemeClr val="bg1"/>
                </a:solidFill>
                <a:cs typeface="Aharoni" pitchFamily="2" charset="-79"/>
              </a:rPr>
              <a:t>2</a:t>
            </a:r>
            <a:endParaRPr lang="en-IN" sz="3200" b="1" dirty="0">
              <a:solidFill>
                <a:schemeClr val="bg1"/>
              </a:solidFill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1551296"/>
            <a:ext cx="7467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 smtClean="0">
              <a:latin typeface="Corbel" pitchFamily="34" charset="0"/>
            </a:endParaRPr>
          </a:p>
          <a:p>
            <a:r>
              <a:rPr lang="en-IN" sz="2800" dirty="0">
                <a:latin typeface="Corbel" pitchFamily="34" charset="0"/>
              </a:rPr>
              <a:t>Build an abstraction</a:t>
            </a:r>
            <a:endParaRPr lang="en-IN" sz="2800" dirty="0"/>
          </a:p>
          <a:p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791200" y="609600"/>
            <a:ext cx="259080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1219200"/>
            <a:ext cx="259080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78" y="3505200"/>
            <a:ext cx="2143125" cy="21431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678" y="3505199"/>
            <a:ext cx="2143125" cy="2143125"/>
          </a:xfrm>
          <a:prstGeom prst="rect">
            <a:avLst/>
          </a:prstGeom>
        </p:spPr>
      </p:pic>
      <p:pic>
        <p:nvPicPr>
          <p:cNvPr id="2054" name="Picture 6" descr="Image result for air condition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512" y="3643123"/>
            <a:ext cx="2619375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3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0" y="457200"/>
            <a:ext cx="762000" cy="6400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8382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cs typeface="Aharoni" pitchFamily="2" charset="-79"/>
              </a:rPr>
              <a:t>Exercise </a:t>
            </a:r>
            <a:r>
              <a:rPr lang="en-IN" sz="3200" b="1" dirty="0" smtClean="0">
                <a:solidFill>
                  <a:schemeClr val="bg1"/>
                </a:solidFill>
                <a:cs typeface="Aharoni" pitchFamily="2" charset="-79"/>
              </a:rPr>
              <a:t>3</a:t>
            </a:r>
            <a:endParaRPr lang="en-IN" sz="3200" b="1" dirty="0">
              <a:solidFill>
                <a:schemeClr val="bg1"/>
              </a:solidFill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1551296"/>
            <a:ext cx="746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Corbel" pitchFamily="34" charset="0"/>
              </a:rPr>
              <a:t>Build an abstraction</a:t>
            </a:r>
            <a:endParaRPr lang="en-IN" sz="28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791200" y="609600"/>
            <a:ext cx="259080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1219200"/>
            <a:ext cx="259080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super hero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742" y="2493893"/>
            <a:ext cx="6717316" cy="386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59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0" y="457200"/>
            <a:ext cx="762000" cy="6400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8382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cs typeface="Aharoni" pitchFamily="2" charset="-79"/>
              </a:rPr>
              <a:t>Exercise </a:t>
            </a:r>
            <a:r>
              <a:rPr lang="en-IN" sz="3200" b="1" dirty="0" smtClean="0">
                <a:solidFill>
                  <a:schemeClr val="bg1"/>
                </a:solidFill>
                <a:cs typeface="Aharoni" pitchFamily="2" charset="-79"/>
              </a:rPr>
              <a:t>4</a:t>
            </a:r>
            <a:endParaRPr lang="en-IN" sz="3200" b="1" dirty="0">
              <a:solidFill>
                <a:schemeClr val="bg1"/>
              </a:solidFill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1551296"/>
            <a:ext cx="7467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 smtClean="0">
              <a:latin typeface="Corbel" pitchFamily="34" charset="0"/>
            </a:endParaRPr>
          </a:p>
          <a:p>
            <a:r>
              <a:rPr lang="en-IN" sz="2800" dirty="0">
                <a:latin typeface="Corbel" pitchFamily="34" charset="0"/>
              </a:rPr>
              <a:t>Build an abstraction</a:t>
            </a:r>
            <a:endParaRPr lang="en-IN" sz="2800" dirty="0"/>
          </a:p>
          <a:p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791200" y="609600"/>
            <a:ext cx="259080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1219200"/>
            <a:ext cx="259080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16" y="3371376"/>
            <a:ext cx="2466975" cy="18478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713" y="3337257"/>
            <a:ext cx="2447925" cy="18669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706" y="3214426"/>
            <a:ext cx="1942079" cy="194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4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2227</TotalTime>
  <Words>21</Words>
  <Application>Microsoft Office PowerPoint</Application>
  <PresentationFormat>On-screen Show (4:3)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Aharoni</vt:lpstr>
      <vt:lpstr>Arial</vt:lpstr>
      <vt:lpstr>Calibri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Prakash</dc:creator>
  <cp:lastModifiedBy>mr</cp:lastModifiedBy>
  <cp:revision>57</cp:revision>
  <dcterms:created xsi:type="dcterms:W3CDTF">2006-08-16T00:00:00Z</dcterms:created>
  <dcterms:modified xsi:type="dcterms:W3CDTF">2026-05-15T05:24:05Z</dcterms:modified>
</cp:coreProperties>
</file>